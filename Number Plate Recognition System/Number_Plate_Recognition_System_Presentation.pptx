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94899C-E5FB-2838-7EB8-8C937EAA83B4}" v="39" dt="2026-01-08T13:22:47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er Abdi" userId="S::w2069210@westminster.ac.uk::7ecedc1a-853a-48ec-981b-e1680413beb5" providerId="AD" clId="Web-{7A94899C-E5FB-2838-7EB8-8C937EAA83B4}"/>
    <pc:docChg chg="modSld">
      <pc:chgData name="Suber Abdi" userId="S::w2069210@westminster.ac.uk::7ecedc1a-853a-48ec-981b-e1680413beb5" providerId="AD" clId="Web-{7A94899C-E5FB-2838-7EB8-8C937EAA83B4}" dt="2026-01-08T13:22:47.843" v="38" actId="1076"/>
      <pc:docMkLst>
        <pc:docMk/>
      </pc:docMkLst>
      <pc:sldChg chg="addSp delSp modSp">
        <pc:chgData name="Suber Abdi" userId="S::w2069210@westminster.ac.uk::7ecedc1a-853a-48ec-981b-e1680413beb5" providerId="AD" clId="Web-{7A94899C-E5FB-2838-7EB8-8C937EAA83B4}" dt="2026-01-08T13:22:47.843" v="38" actId="1076"/>
        <pc:sldMkLst>
          <pc:docMk/>
          <pc:sldMk cId="109857222" sldId="256"/>
        </pc:sldMkLst>
        <pc:spChg chg="del">
          <ac:chgData name="Suber Abdi" userId="S::w2069210@westminster.ac.uk::7ecedc1a-853a-48ec-981b-e1680413beb5" providerId="AD" clId="Web-{7A94899C-E5FB-2838-7EB8-8C937EAA83B4}" dt="2026-01-08T13:18:06.370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uber Abdi" userId="S::w2069210@westminster.ac.uk::7ecedc1a-853a-48ec-981b-e1680413beb5" providerId="AD" clId="Web-{7A94899C-E5FB-2838-7EB8-8C937EAA83B4}" dt="2026-01-08T13:21:08.650" v="36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Suber Abdi" userId="S::w2069210@westminster.ac.uk::7ecedc1a-853a-48ec-981b-e1680413beb5" providerId="AD" clId="Web-{7A94899C-E5FB-2838-7EB8-8C937EAA83B4}" dt="2026-01-08T13:22:47.843" v="38" actId="1076"/>
          <ac:spMkLst>
            <pc:docMk/>
            <pc:sldMk cId="109857222" sldId="256"/>
            <ac:spMk id="5" creationId="{C4CA63D8-A6FC-2DF9-7833-0939256906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-3521"/>
            <a:ext cx="12191999" cy="5592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Calibri"/>
                <a:ea typeface="Calibri"/>
                <a:cs typeface="Calibri"/>
              </a:rPr>
              <a:t>Number plate recognition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GB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4CA63D8-A6FC-2DF9-7833-09392569068A}"/>
              </a:ext>
            </a:extLst>
          </p:cNvPr>
          <p:cNvSpPr txBox="1">
            <a:spLocks/>
          </p:cNvSpPr>
          <p:nvPr/>
        </p:nvSpPr>
        <p:spPr>
          <a:xfrm>
            <a:off x="-89210" y="669269"/>
            <a:ext cx="12191999" cy="559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Calibri"/>
                <a:ea typeface="Calibri"/>
                <a:cs typeface="Calibri"/>
              </a:rPr>
              <a:t>Number plate recognition</a:t>
            </a:r>
            <a:endParaRPr lang="en-US" dirty="0">
              <a:latin typeface="Calibri"/>
              <a:ea typeface="Calibri"/>
              <a:cs typeface="Calibri"/>
            </a:endParaRPr>
          </a:p>
          <a:p>
            <a:endParaRPr lang="en-GB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2025-12-04T19:35:42Z</dcterms:created>
  <dcterms:modified xsi:type="dcterms:W3CDTF">2026-01-08T13:22:48Z</dcterms:modified>
</cp:coreProperties>
</file>